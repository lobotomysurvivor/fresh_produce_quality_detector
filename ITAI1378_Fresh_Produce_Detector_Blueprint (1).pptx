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09-27T03:32:04.011"/>
    <p1510:client id="{FF6A6E3C-B241-7C71-CDD3-2198B87C6F56}" v="5" dt="2026-09-27T04:02:06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Fresh Produce Quality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ITAI 1378 Computer Vision and AI</a:t>
            </a:r>
          </a:p>
          <a:p>
            <a:pPr>
              <a:spcAft>
                <a:spcPts val="1600"/>
              </a:spcAft>
              <a:defRPr sz="2000"/>
            </a:pPr>
            <a:r>
              <a:t>Rigoberto Padilla</a:t>
            </a:r>
          </a:p>
          <a:p>
            <a:pPr>
              <a:spcAft>
                <a:spcPts val="1600"/>
              </a:spcAft>
              <a:defRPr sz="2000"/>
            </a:pPr>
            <a:r>
              <a:t>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People and food-service workers often have to visually check produce one item at a time.</a:t>
            </a:r>
          </a:p>
          <a:p>
            <a:pPr>
              <a:spcAft>
                <a:spcPts val="1600"/>
              </a:spcAft>
              <a:defRPr sz="2000"/>
            </a:pPr>
            <a:r>
              <a:t>Spoiled produce can be missed, leading to wasted food, poor quality, or unnecessary disposal.</a:t>
            </a:r>
          </a:p>
          <a:p>
            <a:pPr>
              <a:spcAft>
                <a:spcPts val="1600"/>
              </a:spcAft>
              <a:defRPr sz="2000"/>
            </a:pPr>
            <a:r>
              <a:t>The project focuses on a simple, useful screening tool that can help identify produce that appears fresh or spoiled.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Your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A computer vision application that takes a photo of produce and predicts whether it is Fresh or Spoiled.</a:t>
            </a:r>
          </a:p>
          <a:p>
            <a:pPr>
              <a:spcAft>
                <a:spcPts val="1600"/>
              </a:spcAft>
              <a:defRPr sz="1900"/>
            </a:pPr>
            <a:r>
              <a:t>Input → Model → Output</a:t>
            </a:r>
          </a:p>
          <a:p>
            <a:pPr>
              <a:spcAft>
                <a:spcPts val="1600"/>
              </a:spcAft>
              <a:defRPr sz="1900"/>
            </a:pPr>
            <a:r>
              <a:t>📷 Produce image → 🤖 Image classifier → ✅ Fresh / ❌ Spoiled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Computer vision technique: image classification</a:t>
            </a:r>
          </a:p>
          <a:p>
            <a:pPr>
              <a:spcAft>
                <a:spcPts val="1600"/>
              </a:spcAft>
              <a:defRPr sz="2000"/>
            </a:pPr>
            <a:r>
              <a:t>Model: pretrained image-classification model using transfer learning</a:t>
            </a:r>
          </a:p>
          <a:p>
            <a:pPr>
              <a:spcAft>
                <a:spcPts val="1600"/>
              </a:spcAft>
              <a:defRPr sz="2000"/>
            </a:pPr>
            <a:r>
              <a:t>Framework: Python + TensorFlow/Keras in Google Colab</a:t>
            </a:r>
          </a:p>
          <a:p>
            <a:pPr>
              <a:spcAft>
                <a:spcPts val="1600"/>
              </a:spcAft>
              <a:defRPr sz="2000"/>
            </a:pPr>
            <a:r>
              <a:t>Why: classification matches the two-category output and can be demonstrated with a small proof-of-concept.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Source: public fruit/vegetable freshness image dataset (Kaggle or another accessible public source)</a:t>
            </a:r>
          </a:p>
          <a:p>
            <a:pPr>
              <a:spcAft>
                <a:spcPts val="1600"/>
              </a:spcAft>
              <a:defRPr sz="2000"/>
            </a:pPr>
            <a:r>
              <a:t>Target size: approximately 2,000+ labeled images, depending on the final dataset selected</a:t>
            </a:r>
          </a:p>
          <a:p>
            <a:pPr>
              <a:spcAft>
                <a:spcPts val="1600"/>
              </a:spcAft>
              <a:defRPr sz="2000"/>
            </a:pPr>
            <a:r>
              <a:t>Labels: Fresh and Spoiled/Rotten, organized by produce type when available</a:t>
            </a:r>
          </a:p>
          <a:p>
            <a:pPr>
              <a:spcAft>
                <a:spcPts val="1600"/>
              </a:spcAft>
              <a:defRPr sz="2000"/>
            </a:pPr>
            <a:r>
              <a:t>Data will be split into training, validation, and test sets.</a:t>
            </a:r>
          </a:p>
          <a:p>
            <a:pPr>
              <a:spcAft>
                <a:spcPts val="1600"/>
              </a:spcAft>
              <a:defRPr sz="2000"/>
            </a:pPr>
            <a:r>
              <a:t>The final dataset source and exact link will be documented in the GitHub repository.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Primary metric: test accuracy of at least 85%</a:t>
            </a:r>
          </a:p>
          <a:p>
            <a:pPr>
              <a:spcAft>
                <a:spcPts val="1600"/>
              </a:spcAft>
              <a:defRPr sz="2000"/>
            </a:pPr>
            <a:r>
              <a:t>Secondary metric: prediction time of under 2 seconds per image in the demo environment</a:t>
            </a:r>
          </a:p>
          <a:p>
            <a:pPr>
              <a:spcAft>
                <a:spcPts val="1600"/>
              </a:spcAft>
              <a:defRPr sz="2000"/>
            </a:pPr>
            <a:r>
              <a:t>I will also review the confusion matrix to see whether the model is making consistent Fresh/Spoiled predictions.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Milestone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Blueprint — Week 5: proposal approved and GitHub repository organized</a:t>
            </a:r>
          </a:p>
          <a:p>
            <a:pPr>
              <a:spcAft>
                <a:spcPts val="1600"/>
              </a:spcAft>
              <a:defRPr sz="2000"/>
            </a:pPr>
            <a:r>
              <a:t>First Working Demo — Week 6: pretrained classifier runs end-to-end on sample images</a:t>
            </a:r>
          </a:p>
          <a:p>
            <a:pPr>
              <a:spcAft>
                <a:spcPts val="1600"/>
              </a:spcAft>
              <a:defRPr sz="2000"/>
            </a:pPr>
            <a:r>
              <a:t>Make It Yours — Weeks 7–8: add project dataset and application logic</a:t>
            </a:r>
          </a:p>
          <a:p>
            <a:pPr>
              <a:spcAft>
                <a:spcPts val="1600"/>
              </a:spcAft>
              <a:defRPr sz="2000"/>
            </a:pPr>
            <a:r>
              <a:t>Improve and Measure — Week 9: test, fix, record accuracy and speed</a:t>
            </a:r>
          </a:p>
          <a:p>
            <a:pPr>
              <a:spcAft>
                <a:spcPts val="1600"/>
              </a:spcAft>
              <a:defRPr sz="2000"/>
            </a:pPr>
            <a:r>
              <a:t>Package and Present — Week 10: finalize README, demo, slides, and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Risks and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/>
            </a:pPr>
            <a:r>
              <a:t>Risk 1: Dataset images may not match real-world photos. Plan B: add more varied test images and use augmentation.</a:t>
            </a:r>
          </a:p>
          <a:p>
            <a:pPr>
              <a:spcAft>
                <a:spcPts val="1600"/>
              </a:spcAft>
              <a:defRPr sz="2000"/>
            </a:pPr>
            <a:r>
              <a:t>Risk 2: Model accuracy may be below the target. Plan B: reduce the number of categories, use transfer learning, and tune training settings.</a:t>
            </a:r>
          </a:p>
          <a:p>
            <a:pPr>
              <a:spcAft>
                <a:spcPts val="1600"/>
              </a:spcAft>
              <a:defRPr sz="2000"/>
            </a:pPr>
            <a:r>
              <a:t>Compute: Google Colab / available course compute</a:t>
            </a:r>
          </a:p>
          <a:p>
            <a:pPr>
              <a:spcAft>
                <a:spcPts val="1600"/>
              </a:spcAft>
              <a:defRPr sz="2000"/>
            </a:pPr>
            <a:r>
              <a:t>Estimated cost: $0 using free tools and public data</a:t>
            </a:r>
          </a:p>
          <a:p>
            <a:pPr>
              <a:spcAft>
                <a:spcPts val="1600"/>
              </a:spcAft>
              <a:defRPr sz="2000"/>
            </a:pPr>
            <a:r>
              <a:t>Resources: Python, TensorFlow/Keras, public image dataset,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11</cp:revision>
  <dcterms:created xsi:type="dcterms:W3CDTF">2013-01-27T09:14:16Z</dcterms:created>
  <dcterms:modified xsi:type="dcterms:W3CDTF">2026-09-27T04:34:04Z</dcterms:modified>
  <cp:category/>
</cp:coreProperties>
</file>